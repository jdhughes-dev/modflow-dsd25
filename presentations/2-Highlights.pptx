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79" r:id="rId2"/>
    <p:sldId id="282" r:id="rId3"/>
    <p:sldId id="280" r:id="rId4"/>
    <p:sldId id="283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5E3A2-82E5-42DC-84E0-683A4FF0E075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5BDE6-F68B-42B5-B3B6-D6D6A220F9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38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AE3956-8282-4F35-BBF9-4A117B2EA08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23E-B87D-0F45-04E1-C9063124F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DEDE2-CE13-2E34-E0E9-0C665B70C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C686-048D-E33A-8100-6350B7D7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ADCD-AE60-27A3-ED95-6E8286B2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7CDD-7A79-9E96-61E7-5858FA52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4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BDD1-B5FE-2DCC-0162-70893E14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5644-C265-01C2-B99B-ACCB3557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9746-BBAE-76F9-BF04-BAF50AD8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D785-5828-A30A-18C5-84396889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79A2E-5E2C-6F11-5F94-67F67CF8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804-9B67-F05C-AF2F-471F54A1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6274-5295-979D-5BAF-E7918E87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52FC-B6BA-4E11-7E01-EC0737B4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EA5F-632F-A347-DD82-5A255EB5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0A59-1962-DF5F-5E30-E4A2640E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2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4D8C-F582-8E6B-D949-A2E1FEE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3CF3-E0FB-DC66-03A1-C4F364982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42CD-3DA4-4837-1358-061EFE03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71512-80DA-6A28-FB0C-E6682620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5B810-45D8-B339-DEB9-26258CC8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90976-BB5F-505E-017E-A8CD4C69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3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7846-4BA3-7D86-0493-25FB52BD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DEA3-48B2-A8D8-164D-A416268E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468E0-CB41-8AA5-56A5-6EA8F11A6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45DFA-F7B0-B434-A231-BF825D2C1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91FFD-D6AE-8331-C935-997172C88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E87C5-F0E1-9709-95B0-7F94F953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5D591-57F4-02E4-0650-3ACEFF90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C2320-58CA-78EF-F52A-C236622B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5B7C-5B04-80F6-47F9-5EEF0241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1E777-269E-EC3C-A89D-10A1EA55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170C-7719-22CE-CF35-2325AED4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1701-B14E-9AF4-F882-AFED2989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9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63E09-291A-8AC3-2CF7-11D6D0A2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D3E21-DF0E-3BDB-3BC6-8BA7C7C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7D3E-459A-3E57-9DB7-37948096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7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71EF-7124-0376-C475-280F9641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3FFE-CA03-1ED9-A80B-28209738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29F15-C9FF-573B-4ED9-7E90C098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3E9B1-F049-3E38-ECA9-CA35F25B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78A5-6277-58E1-2C02-DF337F6E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DD66-F8A0-ABC3-B302-D01F53F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2396-F03A-1A21-D0B3-5834461F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58206-170F-A9F7-D5DF-82EBFED30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2F7C7-75EE-0482-33A6-261E1EB37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F866-F419-BFA8-27EE-058DAAF4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CC34-B3B7-0305-5A7D-35DBAB5F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424B4-1271-1765-5872-899F474C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2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0A1-4253-113D-FA76-A1C36FC0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972B-51DE-095D-19E4-C62C7623A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7D91-1582-9FAF-0418-5A86AEFE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256EA-F551-2245-D5DE-637314D0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B3AA-8C46-A4FD-7A5C-3BFDE6D7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38ABB-7383-E4D5-8D5B-58C466791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9DF1E-4AE3-9E4A-1C6E-DE3FBAAB0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AAEF-D1E5-D11E-A008-EAA846EF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1E69-0C6D-245F-51AE-192C97AA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8535-B0D4-7860-3589-4BE096E9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9CED6-39D3-B548-CFDD-D791FA2F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89EA-C453-2A5C-AABB-7A07DC7D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71985-4958-3DBF-18DE-9F93762A9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7F1A7-46C0-614C-8973-2677197B1A3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DDB3A-9A4E-60BC-E9AF-33FBAF87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A7D9-DA80-B130-ADE5-0E284C45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841F-61F5-DAA4-A6DE-7FF64055D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533514"/>
            <a:ext cx="9617105" cy="1999602"/>
          </a:xfrm>
        </p:spPr>
        <p:txBody>
          <a:bodyPr>
            <a:normAutofit/>
          </a:bodyPr>
          <a:lstStyle/>
          <a:p>
            <a:pPr algn="l"/>
            <a:r>
              <a:rPr lang="en-GB" sz="4400" dirty="0">
                <a:solidFill>
                  <a:srgbClr val="FFFFFF"/>
                </a:solidFill>
              </a:rPr>
              <a:t>Numerical Solution</a:t>
            </a:r>
            <a:br>
              <a:rPr lang="en-GB" sz="4400" dirty="0">
                <a:solidFill>
                  <a:srgbClr val="FFFFFF"/>
                </a:solidFill>
              </a:rPr>
            </a:br>
            <a:r>
              <a:rPr lang="en-GB" sz="4000" i="1" dirty="0">
                <a:solidFill>
                  <a:srgbClr val="D27961"/>
                </a:solidFill>
              </a:rPr>
              <a:t>Configuration &amp; Diagnostics</a:t>
            </a:r>
            <a:endParaRPr lang="en-US" sz="4400" i="1" dirty="0">
              <a:solidFill>
                <a:srgbClr val="D27961"/>
              </a:solidFill>
            </a:endParaRPr>
          </a:p>
        </p:txBody>
      </p:sp>
      <p:pic>
        <p:nvPicPr>
          <p:cNvPr id="4" name="Picture 3" descr="tom_analog_1978">
            <a:extLst>
              <a:ext uri="{FF2B5EF4-FFF2-40B4-BE49-F238E27FC236}">
                <a16:creationId xmlns:a16="http://schemas.microsoft.com/office/drawing/2014/main" id="{9DF2818B-5E55-8A54-9FBB-C1900F8B0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643890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25E5A-396D-C81C-3138-791E727FD6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9457201" y="340848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9E263A-F2F8-EE67-3A6D-BE65604A12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"/>
          <a:stretch/>
        </p:blipFill>
        <p:spPr>
          <a:xfrm>
            <a:off x="2847218" y="3418612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A0F38C4-7853-7251-341E-9B82FBAF7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53874" y="3468179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F489E-BE54-C6D1-010E-3497C620588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0546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E480D-7084-BC59-7CE6-28DE940FAED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968" y="6114309"/>
            <a:ext cx="1509138" cy="60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94493-F54D-387D-9918-0B42EE11B3B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805" y="6076364"/>
            <a:ext cx="2090909" cy="679545"/>
          </a:xfrm>
          <a:prstGeom prst="rect">
            <a:avLst/>
          </a:prstGeom>
        </p:spPr>
      </p:pic>
      <p:pic>
        <p:nvPicPr>
          <p:cNvPr id="1026" name="Picture 2" descr="S.S. Papadopulos &amp; Associates, Inc">
            <a:extLst>
              <a:ext uri="{FF2B5EF4-FFF2-40B4-BE49-F238E27FC236}">
                <a16:creationId xmlns:a16="http://schemas.microsoft.com/office/drawing/2014/main" id="{42D43CBA-118E-1191-78D5-1CD511F9A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73" b="17806"/>
          <a:stretch>
            <a:fillRect/>
          </a:stretch>
        </p:blipFill>
        <p:spPr bwMode="auto">
          <a:xfrm>
            <a:off x="4489732" y="5875287"/>
            <a:ext cx="1455414" cy="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r structure | University Corporation for Atmospheric Research">
            <a:extLst>
              <a:ext uri="{FF2B5EF4-FFF2-40B4-BE49-F238E27FC236}">
                <a16:creationId xmlns:a16="http://schemas.microsoft.com/office/drawing/2014/main" id="{0C359B82-D400-A982-373B-DEFF28F0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8274" y="5975541"/>
            <a:ext cx="1828800" cy="6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A Incorporated | LinkedIn">
            <a:extLst>
              <a:ext uri="{FF2B5EF4-FFF2-40B4-BE49-F238E27FC236}">
                <a16:creationId xmlns:a16="http://schemas.microsoft.com/office/drawing/2014/main" id="{13AE53FF-D74C-1860-6A62-2123C4D5B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4370" y="5833132"/>
            <a:ext cx="1415376" cy="9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U Delft logo - Mediamatic">
            <a:extLst>
              <a:ext uri="{FF2B5EF4-FFF2-40B4-BE49-F238E27FC236}">
                <a16:creationId xmlns:a16="http://schemas.microsoft.com/office/drawing/2014/main" id="{C5841177-19BF-ACF3-CD76-BE7DE632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9966" y="6008699"/>
            <a:ext cx="1455414" cy="56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6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1022-8E81-4D35-BB66-30F7C984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QGIS </a:t>
            </a:r>
            <a:r>
              <a:rPr lang="nl-NL" dirty="0" err="1"/>
              <a:t>integration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998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73D9-4742-81D9-9CD1-B973D2BC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23DF-115C-8215-3CE3-8930430C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Stream Flow</a:t>
            </a:r>
          </a:p>
        </p:txBody>
      </p:sp>
    </p:spTree>
    <p:extLst>
      <p:ext uri="{BB962C8B-B14F-4D97-AF65-F5344CB8AC3E}">
        <p14:creationId xmlns:p14="http://schemas.microsoft.com/office/powerpoint/2010/main" val="393915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4E97-C90B-E041-D0BA-1CB5E35BD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AA00-5D81-DBC4-DB1D-094403B0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Particle</a:t>
            </a:r>
            <a:r>
              <a:rPr lang="nl-NL" dirty="0"/>
              <a:t> Tracking</a:t>
            </a:r>
          </a:p>
        </p:txBody>
      </p:sp>
    </p:spTree>
    <p:extLst>
      <p:ext uri="{BB962C8B-B14F-4D97-AF65-F5344CB8AC3E}">
        <p14:creationId xmlns:p14="http://schemas.microsoft.com/office/powerpoint/2010/main" val="140139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EE48-3324-2E68-49EB-726029C9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9230-719E-0F10-56A6-25B5FE42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Richards</a:t>
            </a:r>
          </a:p>
        </p:txBody>
      </p:sp>
    </p:spTree>
    <p:extLst>
      <p:ext uri="{BB962C8B-B14F-4D97-AF65-F5344CB8AC3E}">
        <p14:creationId xmlns:p14="http://schemas.microsoft.com/office/powerpoint/2010/main" val="260663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0DE6-08DC-C3B4-20F7-7267941C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98C6-B804-05AE-A451-100B1274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CONUS runs on </a:t>
            </a:r>
            <a:r>
              <a:rPr lang="nl-NL" dirty="0" err="1"/>
              <a:t>Snellius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125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5DD9-9295-2F0F-A67C-5EF50E1F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C35A-CE9F-85ED-9AA1-1207B9D4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Parallel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Density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8303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E8A9-FEC8-D698-200E-7CE87284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B25E-117F-D384-C535-A2C4D9BA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FloPy 4</a:t>
            </a:r>
          </a:p>
        </p:txBody>
      </p:sp>
    </p:spTree>
    <p:extLst>
      <p:ext uri="{BB962C8B-B14F-4D97-AF65-F5344CB8AC3E}">
        <p14:creationId xmlns:p14="http://schemas.microsoft.com/office/powerpoint/2010/main" val="1301778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1_Office Theme</vt:lpstr>
      <vt:lpstr>Numerical Solution Configuration &amp; Diagnostics</vt:lpstr>
      <vt:lpstr>QGIS integration</vt:lpstr>
      <vt:lpstr>Stream Flow</vt:lpstr>
      <vt:lpstr>Particle Tracking</vt:lpstr>
      <vt:lpstr>Richards</vt:lpstr>
      <vt:lpstr>CONUS runs on Snellius</vt:lpstr>
      <vt:lpstr>Parallel Variable Density</vt:lpstr>
      <vt:lpstr>FloPy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Russcher</dc:creator>
  <cp:lastModifiedBy>Martijn Russcher</cp:lastModifiedBy>
  <cp:revision>4</cp:revision>
  <dcterms:created xsi:type="dcterms:W3CDTF">2025-11-05T08:13:41Z</dcterms:created>
  <dcterms:modified xsi:type="dcterms:W3CDTF">2025-11-05T08:20:40Z</dcterms:modified>
</cp:coreProperties>
</file>