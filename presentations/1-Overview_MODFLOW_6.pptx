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79" r:id="rId2"/>
    <p:sldId id="281" r:id="rId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6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5E3A2-82E5-42DC-84E0-683A4FF0E075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5BDE6-F68B-42B5-B3B6-D6D6A220F9D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6385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AE3956-8282-4F35-BBF9-4A117B2EA080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40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723E-B87D-0F45-04E1-C9063124F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DEDE2-CE13-2E34-E0E9-0C665B70C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8C686-048D-E33A-8100-6350B7D7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5ADCD-AE60-27A3-ED95-6E8286B2B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87CDD-7A79-9E96-61E7-5858FA528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46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BDD1-B5FE-2DCC-0162-70893E14E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A5644-C265-01C2-B99B-ACCB35577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79746-BBAE-76F9-BF04-BAF50AD87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DD785-5828-A30A-18C5-84396889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79A2E-5E2C-6F11-5F94-67F67CF8C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1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B0804-9B67-F05C-AF2F-471F54A10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96274-5295-979D-5BAF-E7918E872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252FC-B6BA-4E11-7E01-EC0737B4C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5EA5F-632F-A347-DD82-5A255EB54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D0A59-1962-DF5F-5E30-E4A2640EA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2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4D8C-F582-8E6B-D949-A2E1FEE7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E3CF3-E0FB-DC66-03A1-C4F364982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842CD-3DA4-4837-1358-061EFE03C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71512-80DA-6A28-FB0C-E6682620E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5B810-45D8-B339-DEB9-26258CC89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90976-BB5F-505E-017E-A8CD4C69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32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F7846-4BA3-7D86-0493-25FB52BDE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1DEA3-48B2-A8D8-164D-A416268EB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468E0-CB41-8AA5-56A5-6EA8F11A6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345DFA-F7B0-B434-A231-BF825D2C1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291FFD-D6AE-8331-C935-997172C88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6E87C5-F0E1-9709-95B0-7F94F953D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25D591-57F4-02E4-0650-3ACEFF902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C2320-58CA-78EF-F52A-C236622BA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8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25B7C-5B04-80F6-47F9-5EEF0241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A1E777-269E-EC3C-A89D-10A1EA55C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E170C-7719-22CE-CF35-2325AED40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2B1701-B14E-9AF4-F882-AFED2989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95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C63E09-291A-8AC3-2CF7-11D6D0A29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1D3E21-DF0E-3BDB-3BC6-8BA7C7CC1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87D3E-459A-3E57-9DB7-37948096A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970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D71EF-7124-0376-C475-280F9641A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F3FFE-CA03-1ED9-A80B-28209738F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29F15-C9FF-573B-4ED9-7E90C0989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3E9B1-F049-3E38-ECA9-CA35F25B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078A5-6277-58E1-2C02-DF337F6EB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9DD66-F8A0-ABC3-B302-D01F53FA3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69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C2396-F03A-1A21-D0B3-5834461FC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C58206-170F-A9F7-D5DF-82EBFED305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2F7C7-75EE-0482-33A6-261E1EB37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EF866-F419-BFA8-27EE-058DAAF40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DCC34-B3B7-0305-5A7D-35DBAB5F9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424B4-1271-1765-5872-899F474CC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520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6C0A1-4253-113D-FA76-A1C36FC0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72972B-51DE-095D-19E4-C62C7623A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47D91-1582-9FAF-0418-5A86AEFED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256EA-F551-2245-D5DE-637314D08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FB3AA-8C46-A4FD-7A5C-3BFDE6D7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9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B38ABB-7383-E4D5-8D5B-58C466791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9DF1E-4AE3-9E4A-1C6E-DE3FBAAB0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8AAEF-D1E5-D11E-A008-EAA846EFF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61E69-0C6D-245F-51AE-192C97AA7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98535-B0D4-7860-3589-4BE096E9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1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9CED6-39D3-B548-CFDD-D791FA2F9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A89EA-C453-2A5C-AABB-7A07DC7D8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71985-4958-3DBF-18DE-9F93762A9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7F1A7-46C0-614C-8973-2677197B1A3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DDB3A-9A4E-60BC-E9AF-33FBAF8783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4A7D9-DA80-B130-ADE5-0E284C458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9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tiff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B65E49-5337-40E3-9DBD-146D14EA0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2"/>
            <a:ext cx="12192000" cy="4522610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59509F-94DC-4952-A3B5-1EFAA2F52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68276" y="5"/>
            <a:ext cx="4023722" cy="4522603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1AF2CB-1EFE-4962-A8DC-2D3CE4736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7200" y="-5"/>
            <a:ext cx="11743606" cy="4513113"/>
          </a:xfrm>
          <a:prstGeom prst="rect">
            <a:avLst/>
          </a:prstGeom>
          <a:gradFill>
            <a:gsLst>
              <a:gs pos="0">
                <a:srgbClr val="000000">
                  <a:alpha val="8000"/>
                </a:srgbClr>
              </a:gs>
              <a:gs pos="76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32531E-9E20-48D1-A119-C05304D9E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8807" y="-9506"/>
            <a:ext cx="12200801" cy="4532114"/>
          </a:xfrm>
          <a:prstGeom prst="rect">
            <a:avLst/>
          </a:prstGeom>
          <a:gradFill>
            <a:gsLst>
              <a:gs pos="0">
                <a:srgbClr val="000000">
                  <a:alpha val="51000"/>
                </a:srgbClr>
              </a:gs>
              <a:gs pos="74000">
                <a:schemeClr val="accent1">
                  <a:alpha val="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AA014B-79A8-4BEC-893F-423182880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"/>
            <a:ext cx="12192000" cy="2679585"/>
          </a:xfrm>
          <a:prstGeom prst="rect">
            <a:avLst/>
          </a:prstGeom>
          <a:gradFill>
            <a:gsLst>
              <a:gs pos="20000">
                <a:schemeClr val="accent1">
                  <a:alpha val="9000"/>
                </a:schemeClr>
              </a:gs>
              <a:gs pos="100000">
                <a:srgbClr val="000000">
                  <a:alpha val="67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7C841F-61F5-DAA4-A6DE-7FF64055D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8" y="533514"/>
            <a:ext cx="9617105" cy="1999602"/>
          </a:xfrm>
        </p:spPr>
        <p:txBody>
          <a:bodyPr>
            <a:normAutofit/>
          </a:bodyPr>
          <a:lstStyle/>
          <a:p>
            <a:pPr algn="l"/>
            <a:r>
              <a:rPr lang="en-GB" sz="4400" dirty="0">
                <a:solidFill>
                  <a:srgbClr val="FFFFFF"/>
                </a:solidFill>
              </a:rPr>
              <a:t>Overview of MODFLOW 6</a:t>
            </a:r>
            <a:br>
              <a:rPr lang="en-GB" sz="4400" dirty="0">
                <a:solidFill>
                  <a:srgbClr val="FFFFFF"/>
                </a:solidFill>
              </a:rPr>
            </a:br>
            <a:r>
              <a:rPr lang="en-GB" sz="4000" i="1" dirty="0">
                <a:solidFill>
                  <a:srgbClr val="D27961"/>
                </a:solidFill>
              </a:rPr>
              <a:t>Newest capabilities &amp; ongoing developments</a:t>
            </a:r>
            <a:endParaRPr lang="en-US" sz="4400" i="1" dirty="0">
              <a:solidFill>
                <a:srgbClr val="D27961"/>
              </a:solidFill>
            </a:endParaRPr>
          </a:p>
        </p:txBody>
      </p:sp>
      <p:pic>
        <p:nvPicPr>
          <p:cNvPr id="4" name="Picture 3" descr="tom_analog_1978">
            <a:extLst>
              <a:ext uri="{FF2B5EF4-FFF2-40B4-BE49-F238E27FC236}">
                <a16:creationId xmlns:a16="http://schemas.microsoft.com/office/drawing/2014/main" id="{9DF2818B-5E55-8A54-9FBB-C1900F8B02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/>
        </p:blipFill>
        <p:spPr bwMode="auto">
          <a:xfrm>
            <a:off x="643890" y="3463577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325E5A-396D-C81C-3138-791E727FD6A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9457201" y="3408487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9E263A-F2F8-EE67-3A6D-BE65604A121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6"/>
          <a:stretch/>
        </p:blipFill>
        <p:spPr>
          <a:xfrm>
            <a:off x="2847218" y="3418612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A0F38C4-7853-7251-341E-9B82FBAF7D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53874" y="3468179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BF489E-BE54-C6D1-010E-3497C620588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0546" y="3463577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FE480D-7084-BC59-7CE6-28DE940FAED2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9968" y="6114309"/>
            <a:ext cx="1509138" cy="6036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594493-F54D-387D-9918-0B42EE11B3B7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805" y="6076364"/>
            <a:ext cx="2090909" cy="679545"/>
          </a:xfrm>
          <a:prstGeom prst="rect">
            <a:avLst/>
          </a:prstGeom>
        </p:spPr>
      </p:pic>
      <p:pic>
        <p:nvPicPr>
          <p:cNvPr id="1026" name="Picture 2" descr="S.S. Papadopulos &amp; Associates, Inc">
            <a:extLst>
              <a:ext uri="{FF2B5EF4-FFF2-40B4-BE49-F238E27FC236}">
                <a16:creationId xmlns:a16="http://schemas.microsoft.com/office/drawing/2014/main" id="{42D43CBA-118E-1191-78D5-1CD511F9A1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673" b="17806"/>
          <a:stretch>
            <a:fillRect/>
          </a:stretch>
        </p:blipFill>
        <p:spPr bwMode="auto">
          <a:xfrm>
            <a:off x="4489732" y="5875287"/>
            <a:ext cx="1455414" cy="98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ur structure | University Corporation for Atmospheric Research">
            <a:extLst>
              <a:ext uri="{FF2B5EF4-FFF2-40B4-BE49-F238E27FC236}">
                <a16:creationId xmlns:a16="http://schemas.microsoft.com/office/drawing/2014/main" id="{0C359B82-D400-A982-373B-DEFF28F0D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68274" y="5975541"/>
            <a:ext cx="1828800" cy="631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TERA Incorporated | LinkedIn">
            <a:extLst>
              <a:ext uri="{FF2B5EF4-FFF2-40B4-BE49-F238E27FC236}">
                <a16:creationId xmlns:a16="http://schemas.microsoft.com/office/drawing/2014/main" id="{13AE53FF-D74C-1860-6A62-2123C4D5B7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54370" y="5833132"/>
            <a:ext cx="1415376" cy="98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TU Delft logo - Mediamatic">
            <a:extLst>
              <a:ext uri="{FF2B5EF4-FFF2-40B4-BE49-F238E27FC236}">
                <a16:creationId xmlns:a16="http://schemas.microsoft.com/office/drawing/2014/main" id="{C5841177-19BF-ACF3-CD76-BE7DE6327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69966" y="6008699"/>
            <a:ext cx="1455414" cy="565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16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DE170-7362-CAAD-A827-D621876C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84" y="319405"/>
            <a:ext cx="10515600" cy="1325563"/>
          </a:xfrm>
        </p:spPr>
        <p:txBody>
          <a:bodyPr/>
          <a:lstStyle/>
          <a:p>
            <a:r>
              <a:rPr lang="en-GB" dirty="0"/>
              <a:t>Vision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255CB-A176-27F4-EF5B-89886AD7F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Instead of saying what it is, present what we want it to be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4508928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</Words>
  <Application>Microsoft Office PowerPoint</Application>
  <PresentationFormat>Widescreen</PresentationFormat>
  <Paragraphs>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1_Office Theme</vt:lpstr>
      <vt:lpstr>Overview of MODFLOW 6 Newest capabilities &amp; ongoing developments</vt:lpstr>
      <vt:lpstr>Vision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Martijn Russcher</dc:creator>
  <cp:lastModifiedBy>Martijn Russcher</cp:lastModifiedBy>
  <cp:revision>5</cp:revision>
  <dcterms:created xsi:type="dcterms:W3CDTF">2025-11-05T08:13:41Z</dcterms:created>
  <dcterms:modified xsi:type="dcterms:W3CDTF">2025-11-14T07:01:38Z</dcterms:modified>
</cp:coreProperties>
</file>